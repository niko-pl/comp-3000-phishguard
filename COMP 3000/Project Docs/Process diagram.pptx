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364F78-E193-25FA-9E4E-E51E8F348A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09C051F-9510-ED61-DD94-63904DBAF6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FABD64-E1C7-8582-BF3D-1F4B41249B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9C3FF-4299-45FA-A552-BB98A650FEDD}" type="datetimeFigureOut">
              <a:rPr lang="en-GB" smtClean="0"/>
              <a:t>07/11/2025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72E44-F95C-CB75-6E41-8F5BD401AB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BA344E-98AC-8C1C-699F-EA5FE162FF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CB3BD-06A9-4A53-AAFD-6EAB9BA733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96498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738652-3F4C-9FF4-A66F-5DB53769B1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C3598C-8AA0-E1F7-CEE9-D7C098E7B7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4BD5EB-B32D-30A1-D551-B91663917C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9C3FF-4299-45FA-A552-BB98A650FEDD}" type="datetimeFigureOut">
              <a:rPr lang="en-GB" smtClean="0"/>
              <a:t>07/11/2025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D705F-E540-A2B0-63B8-D7EC6B50E0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406E55-8B51-ED05-B7D1-A508813894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CB3BD-06A9-4A53-AAFD-6EAB9BA733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92069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76B576-FB5A-53B8-1D57-A3DC03B7F6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65E19D-CA0F-F316-C454-9AAA85994C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4C91CA-F4E8-4A0F-4669-254E873BC7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9C3FF-4299-45FA-A552-BB98A650FEDD}" type="datetimeFigureOut">
              <a:rPr lang="en-GB" smtClean="0"/>
              <a:t>07/11/2025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F0EF6D-00D9-8BDD-3FB9-B5444A44E4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D3CB71-65FA-4C67-BBB2-1DE49064C9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CB3BD-06A9-4A53-AAFD-6EAB9BA733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89449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46580-F5A5-184D-F88F-B930BE6742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9D5C4D-7B44-4B20-5DDD-263A67D428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B0AFC0-C84E-828C-C423-47DDC4FF93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1B5DAC-CE53-133F-E930-D009C7F070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9C3FF-4299-45FA-A552-BB98A650FEDD}" type="datetimeFigureOut">
              <a:rPr lang="en-GB" smtClean="0"/>
              <a:t>07/11/2025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B00324-56FA-9390-8C2E-4DBA9903BC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7BB3F6-6E2C-1D62-26E7-703ADD4752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CB3BD-06A9-4A53-AAFD-6EAB9BA733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12151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F6FA9B-A9E2-2113-F41F-5E5B31A931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1AB9D1-8FA9-2AB0-DB5E-D4FC63F0F2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44EA98-3D14-B68E-DD5F-820485F2B72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B5FAA1-4F67-4983-CCD4-6FA927F0F1B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48A2A3A-4F73-F3FD-1D97-EBB61767772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5E2BDBC-2B83-1DBA-ECED-3E18C2D0E4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9C3FF-4299-45FA-A552-BB98A650FEDD}" type="datetimeFigureOut">
              <a:rPr lang="en-GB" smtClean="0"/>
              <a:t>07/11/2025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24DFF54-99DE-157A-E979-59E53A4411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6909EB4-FF93-33C3-C31F-FD055BE25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CB3BD-06A9-4A53-AAFD-6EAB9BA733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51552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50A74F-70F5-4D68-FB9E-E61F9D9B07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E7D80BF-B88A-00F0-A756-4D502EEFEC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9C3FF-4299-45FA-A552-BB98A650FEDD}" type="datetimeFigureOut">
              <a:rPr lang="en-GB" smtClean="0"/>
              <a:t>07/11/2025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600441-0146-D544-B794-FD4FF8EC2E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100D6D-E2C6-BF70-B7C7-A88420886B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CB3BD-06A9-4A53-AAFD-6EAB9BA733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03251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838185F-67E7-C219-5BCA-9DEE6511F2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9C3FF-4299-45FA-A552-BB98A650FEDD}" type="datetimeFigureOut">
              <a:rPr lang="en-GB" smtClean="0"/>
              <a:t>07/11/2025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7324EF9-7325-5FFE-F23A-E0035BE4F9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6E8B37-D85C-9E3E-1CA2-88FBE7ACF4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CB3BD-06A9-4A53-AAFD-6EAB9BA733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74607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F0B38B-6D7B-B29F-68E9-8F98CA5A18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08C1FE-9CCD-CE18-6011-20554D2D15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63BE63-647D-FE32-E1D0-19E3784EFD6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E90CE36-435A-37AD-1D4D-AA11A6FB5C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9C3FF-4299-45FA-A552-BB98A650FEDD}" type="datetimeFigureOut">
              <a:rPr lang="en-GB" smtClean="0"/>
              <a:t>07/11/2025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D5F830-C01B-1617-4F79-215FB5787A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DABE83-6E4F-75CA-B862-E2FF2C666F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CB3BD-06A9-4A53-AAFD-6EAB9BA733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117826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951198-0762-47E9-D004-3BAF6E315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9AFBCE5-5E51-34A1-FE8A-023598C0285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EDBFB6-7944-1B4F-58C6-5ECFBB6C7F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290A90-6859-65D9-B00B-8492BECEED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9C3FF-4299-45FA-A552-BB98A650FEDD}" type="datetimeFigureOut">
              <a:rPr lang="en-GB" smtClean="0"/>
              <a:t>07/11/2025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F41FE3-3A50-10B8-7665-8A401491E5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A3B63E-E57E-5116-0BBE-46A4092A84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CB3BD-06A9-4A53-AAFD-6EAB9BA733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08299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C1754F-955A-F8ED-D38E-EF2E7E348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F5C8DA-9A91-862C-1FC0-A1903C49D8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099648-3D04-A963-E93E-7BC8827723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9C3FF-4299-45FA-A552-BB98A650FEDD}" type="datetimeFigureOut">
              <a:rPr lang="en-GB" smtClean="0"/>
              <a:t>07/11/2025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61AD26-306C-3CCC-5AF9-1D576CCE02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4337F6-4E23-93F9-4390-C382171B6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CB3BD-06A9-4A53-AAFD-6EAB9BA733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05133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1B4F921-DAA3-F023-940B-784B969D541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BED1DEB-1B64-BB40-FBB0-F2143A3265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2FFC6A-FF5F-3AEE-1135-DE7664D6FD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9C3FF-4299-45FA-A552-BB98A650FEDD}" type="datetimeFigureOut">
              <a:rPr lang="en-GB" smtClean="0"/>
              <a:t>07/11/2025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AA5240-3D43-9221-DC2A-A0A281F325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229029-04B4-9ACD-713F-2043F1E94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CB3BD-06A9-4A53-AAFD-6EAB9BA733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60326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BB68D3A-3EFB-7EC7-B28C-E4F8B2D4F7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BBF687-F37A-C8DD-EE9D-4A76AB1A04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BACD45-0672-14E9-AA0A-C0FAC3FF56B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239C3FF-4299-45FA-A552-BB98A650FEDD}" type="datetimeFigureOut">
              <a:rPr lang="en-GB" smtClean="0"/>
              <a:t>07/11/2025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96EEC8-F8A6-8564-92AB-8F449EF014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45B745-51B8-C1AB-5F8B-43E54064AD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27CB3BD-06A9-4A53-AAFD-6EAB9BA733F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09561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0B4D343-1286-EAD8-8AD2-729EAE42F76C}"/>
              </a:ext>
            </a:extLst>
          </p:cNvPr>
          <p:cNvSpPr/>
          <p:nvPr/>
        </p:nvSpPr>
        <p:spPr>
          <a:xfrm>
            <a:off x="1666495" y="4059175"/>
            <a:ext cx="985266" cy="86944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Gmail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868C9F3-CFBD-A8BB-C6B7-48E0FE882CA8}"/>
              </a:ext>
            </a:extLst>
          </p:cNvPr>
          <p:cNvSpPr/>
          <p:nvPr/>
        </p:nvSpPr>
        <p:spPr>
          <a:xfrm>
            <a:off x="4279392" y="4059175"/>
            <a:ext cx="1563624" cy="75895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Google.App.Script</a:t>
            </a:r>
            <a:endParaRPr lang="en-GB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F488EF7-B76D-909F-CB8E-727316557B9C}"/>
              </a:ext>
            </a:extLst>
          </p:cNvPr>
          <p:cNvSpPr/>
          <p:nvPr/>
        </p:nvSpPr>
        <p:spPr>
          <a:xfrm>
            <a:off x="7470647" y="3948685"/>
            <a:ext cx="1764792" cy="86944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Google Extension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0A38063-5593-6D85-92FE-F5755F6CA134}"/>
              </a:ext>
            </a:extLst>
          </p:cNvPr>
          <p:cNvCxnSpPr>
            <a:stCxn id="6" idx="1"/>
            <a:endCxn id="5" idx="3"/>
          </p:cNvCxnSpPr>
          <p:nvPr/>
        </p:nvCxnSpPr>
        <p:spPr>
          <a:xfrm flipH="1">
            <a:off x="5843016" y="4383406"/>
            <a:ext cx="1627631" cy="552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CD5754A0-0E84-5341-CBA5-A66255EA4459}"/>
              </a:ext>
            </a:extLst>
          </p:cNvPr>
          <p:cNvSpPr txBox="1"/>
          <p:nvPr/>
        </p:nvSpPr>
        <p:spPr>
          <a:xfrm>
            <a:off x="6111239" y="4054603"/>
            <a:ext cx="1155192" cy="384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Click Run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793E102-B893-12FC-954C-1618B0E0A4A1}"/>
              </a:ext>
            </a:extLst>
          </p:cNvPr>
          <p:cNvCxnSpPr>
            <a:stCxn id="5" idx="1"/>
            <a:endCxn id="4" idx="3"/>
          </p:cNvCxnSpPr>
          <p:nvPr/>
        </p:nvCxnSpPr>
        <p:spPr>
          <a:xfrm flipH="1">
            <a:off x="2651761" y="4438651"/>
            <a:ext cx="1627631" cy="552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41DB7286-AABE-BFB3-9E22-6E93CA0F27AE}"/>
              </a:ext>
            </a:extLst>
          </p:cNvPr>
          <p:cNvSpPr txBox="1"/>
          <p:nvPr/>
        </p:nvSpPr>
        <p:spPr>
          <a:xfrm>
            <a:off x="3032759" y="3897096"/>
            <a:ext cx="12405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Execute Scrape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646D48F-9276-6B92-06F4-EF3A8D9D97FB}"/>
              </a:ext>
            </a:extLst>
          </p:cNvPr>
          <p:cNvCxnSpPr>
            <a:cxnSpLocks/>
            <a:stCxn id="4" idx="0"/>
            <a:endCxn id="15" idx="2"/>
          </p:cNvCxnSpPr>
          <p:nvPr/>
        </p:nvCxnSpPr>
        <p:spPr>
          <a:xfrm flipV="1">
            <a:off x="2159128" y="3028188"/>
            <a:ext cx="0" cy="10309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BF9B708-0883-9472-220C-54FAC33AF12D}"/>
              </a:ext>
            </a:extLst>
          </p:cNvPr>
          <p:cNvSpPr/>
          <p:nvPr/>
        </p:nvSpPr>
        <p:spPr>
          <a:xfrm>
            <a:off x="1496188" y="2158746"/>
            <a:ext cx="1325880" cy="86944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Store data from email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404BED4-1752-63BD-B1F0-219E89D23290}"/>
              </a:ext>
            </a:extLst>
          </p:cNvPr>
          <p:cNvCxnSpPr>
            <a:stCxn id="15" idx="3"/>
          </p:cNvCxnSpPr>
          <p:nvPr/>
        </p:nvCxnSpPr>
        <p:spPr>
          <a:xfrm flipV="1">
            <a:off x="2822068" y="2377440"/>
            <a:ext cx="1451228" cy="216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75010E3D-0422-5969-10B5-601CC0090D7D}"/>
              </a:ext>
            </a:extLst>
          </p:cNvPr>
          <p:cNvSpPr/>
          <p:nvPr/>
        </p:nvSpPr>
        <p:spPr>
          <a:xfrm>
            <a:off x="4273296" y="1799272"/>
            <a:ext cx="2045208" cy="106032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Process it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B81B901-1A33-2EE9-FEDC-B241FF0CFFE9}"/>
              </a:ext>
            </a:extLst>
          </p:cNvPr>
          <p:cNvCxnSpPr>
            <a:stCxn id="19" idx="0"/>
          </p:cNvCxnSpPr>
          <p:nvPr/>
        </p:nvCxnSpPr>
        <p:spPr>
          <a:xfrm flipV="1">
            <a:off x="5295900" y="1143000"/>
            <a:ext cx="693420" cy="6562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8ED82EA-9099-575A-4005-2A27A5D8F762}"/>
              </a:ext>
            </a:extLst>
          </p:cNvPr>
          <p:cNvSpPr/>
          <p:nvPr/>
        </p:nvSpPr>
        <p:spPr>
          <a:xfrm>
            <a:off x="5989320" y="786384"/>
            <a:ext cx="1554480" cy="63341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AI language analysis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E87AB50F-BC8D-3379-35DA-2528A3C9C63B}"/>
              </a:ext>
            </a:extLst>
          </p:cNvPr>
          <p:cNvCxnSpPr>
            <a:cxnSpLocks/>
            <a:stCxn id="19" idx="3"/>
            <a:endCxn id="25" idx="1"/>
          </p:cNvCxnSpPr>
          <p:nvPr/>
        </p:nvCxnSpPr>
        <p:spPr>
          <a:xfrm flipV="1">
            <a:off x="6318504" y="2265998"/>
            <a:ext cx="758952" cy="634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AB5D264-2A52-17B0-0B63-F3B2F28869E3}"/>
              </a:ext>
            </a:extLst>
          </p:cNvPr>
          <p:cNvSpPr/>
          <p:nvPr/>
        </p:nvSpPr>
        <p:spPr>
          <a:xfrm>
            <a:off x="7077456" y="1938528"/>
            <a:ext cx="1371600" cy="6549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API links analysis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DFF30A19-E0A3-77D5-D174-8B7F2D701BB6}"/>
              </a:ext>
            </a:extLst>
          </p:cNvPr>
          <p:cNvCxnSpPr>
            <a:cxnSpLocks/>
            <a:stCxn id="22" idx="3"/>
            <a:endCxn id="29" idx="1"/>
          </p:cNvCxnSpPr>
          <p:nvPr/>
        </p:nvCxnSpPr>
        <p:spPr>
          <a:xfrm>
            <a:off x="7543800" y="1103090"/>
            <a:ext cx="1280160" cy="3545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9304DC42-D909-EB12-8584-F8F03AD4B98A}"/>
              </a:ext>
            </a:extLst>
          </p:cNvPr>
          <p:cNvSpPr/>
          <p:nvPr/>
        </p:nvSpPr>
        <p:spPr>
          <a:xfrm>
            <a:off x="8823960" y="1059846"/>
            <a:ext cx="1472184" cy="79552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Calculate score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0204D3B6-2B1F-7BB4-D4A9-08AD61F156FC}"/>
              </a:ext>
            </a:extLst>
          </p:cNvPr>
          <p:cNvCxnSpPr>
            <a:stCxn id="25" idx="3"/>
            <a:endCxn id="29" idx="1"/>
          </p:cNvCxnSpPr>
          <p:nvPr/>
        </p:nvCxnSpPr>
        <p:spPr>
          <a:xfrm flipV="1">
            <a:off x="8449056" y="1457610"/>
            <a:ext cx="374904" cy="8083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8C50545-33A8-90A1-C15B-CC4C54B3ABF7}"/>
              </a:ext>
            </a:extLst>
          </p:cNvPr>
          <p:cNvCxnSpPr>
            <a:stCxn id="29" idx="3"/>
          </p:cNvCxnSpPr>
          <p:nvPr/>
        </p:nvCxnSpPr>
        <p:spPr>
          <a:xfrm>
            <a:off x="10296144" y="1457610"/>
            <a:ext cx="182880" cy="11358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AB33D042-03EB-066C-AD55-54B267B6C3C2}"/>
              </a:ext>
            </a:extLst>
          </p:cNvPr>
          <p:cNvSpPr/>
          <p:nvPr/>
        </p:nvSpPr>
        <p:spPr>
          <a:xfrm>
            <a:off x="9742932" y="2593467"/>
            <a:ext cx="1472183" cy="86944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Inform User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96C164D5-0022-0DBF-12B6-7256361FEFDF}"/>
              </a:ext>
            </a:extLst>
          </p:cNvPr>
          <p:cNvCxnSpPr>
            <a:stCxn id="12" idx="0"/>
            <a:endCxn id="19" idx="2"/>
          </p:cNvCxnSpPr>
          <p:nvPr/>
        </p:nvCxnSpPr>
        <p:spPr>
          <a:xfrm flipV="1">
            <a:off x="3653028" y="2859595"/>
            <a:ext cx="1642872" cy="10375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9D8DC7CE-CC26-B5D0-D3B0-0297466DAB9C}"/>
              </a:ext>
            </a:extLst>
          </p:cNvPr>
          <p:cNvSpPr txBox="1"/>
          <p:nvPr/>
        </p:nvSpPr>
        <p:spPr>
          <a:xfrm>
            <a:off x="3314701" y="3003568"/>
            <a:ext cx="14512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Wait for scrape and execute</a:t>
            </a:r>
          </a:p>
        </p:txBody>
      </p:sp>
    </p:spTree>
    <p:extLst>
      <p:ext uri="{BB962C8B-B14F-4D97-AF65-F5344CB8AC3E}">
        <p14:creationId xmlns:p14="http://schemas.microsoft.com/office/powerpoint/2010/main" val="5386778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33</Words>
  <Application>Microsoft Office PowerPoint</Application>
  <PresentationFormat>Widescreen</PresentationFormat>
  <Paragraphs>12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(s) Nikodem Drabik</dc:creator>
  <cp:lastModifiedBy>(s) Nikodem Drabik</cp:lastModifiedBy>
  <cp:revision>2</cp:revision>
  <dcterms:created xsi:type="dcterms:W3CDTF">2025-11-07T18:24:16Z</dcterms:created>
  <dcterms:modified xsi:type="dcterms:W3CDTF">2025-11-07T18:31:24Z</dcterms:modified>
</cp:coreProperties>
</file>
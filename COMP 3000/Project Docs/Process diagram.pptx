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4F78-E193-25FA-9E4E-E51E8F348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C051F-9510-ED61-DD94-63904DBAF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ABD64-E1C7-8582-BF3D-1F4B4124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2E44-F95C-CB75-6E41-8F5BD401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344E-98AC-8C1C-699F-EA5FE162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64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8652-3F4C-9FF4-A66F-5DB53769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598C-8AA0-E1F7-CEE9-D7C098E7B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BD5EB-B32D-30A1-D551-B9166391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D705F-E540-A2B0-63B8-D7EC6B50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06E55-8B51-ED05-B7D1-A5088138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2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B576-FB5A-53B8-1D57-A3DC03B7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5E19D-CA0F-F316-C454-9AAA85994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91CA-F4E8-4A0F-4669-254E873B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0EF6D-00D9-8BDD-3FB9-B5444A44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CB71-65FA-4C67-BBB2-1DE49064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4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6580-F5A5-184D-F88F-B930BE67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5C4D-7B44-4B20-5DDD-263A67D42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0AFC0-C84E-828C-C423-47DDC4FF9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B5DAC-CE53-133F-E930-D009C7F0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00324-56FA-9390-8C2E-4DBA9903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BB3F6-6E2C-1D62-26E7-703ADD47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FA9B-A9E2-2113-F41F-5E5B31A9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AB9D1-8FA9-2AB0-DB5E-D4FC63F0F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4EA98-3D14-B68E-DD5F-820485F2B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5FAA1-4F67-4983-CCD4-6FA927F0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A2A3A-4F73-F3FD-1D97-EBB617677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2BDBC-2B83-1DBA-ECED-3E18C2D0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DFF54-99DE-157A-E979-59E53A44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09EB4-FF93-33C3-C31F-FD055BE2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15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A74F-70F5-4D68-FB9E-E61F9D9B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D80BF-B88A-00F0-A756-4D502EEF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00441-0146-D544-B794-FD4FF8EC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00D6D-E2C6-BF70-B7C7-A8842088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2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8185F-67E7-C219-5BCA-9DEE6511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24EF9-7325-5FFE-F23A-E0035BE4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E8B37-D85C-9E3E-1CA2-88FBE7AC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46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B38B-6D7B-B29F-68E9-8F98CA5A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C1FE-9CCD-CE18-6011-20554D2D1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3BE63-647D-FE32-E1D0-19E3784EF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0CE36-435A-37AD-1D4D-AA11A6FB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5F830-C01B-1617-4F79-215FB578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ABE83-6E4F-75CA-B862-E2FF2C66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78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1198-0762-47E9-D004-3BAF6E31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FBCE5-5E51-34A1-FE8A-023598C02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DBFB6-7944-1B4F-58C6-5ECFBB6C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90A90-6859-65D9-B00B-8492BECE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41FE3-3A50-10B8-7665-8A401491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B63E-E57E-5116-0BBE-46A4092A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82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754F-955A-F8ED-D38E-EF2E7E34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5C8DA-9A91-862C-1FC0-A1903C49D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99648-3D04-A963-E93E-7BC88277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1AD26-306C-3CCC-5AF9-1D576CCE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37F6-4E23-93F9-4390-C382171B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51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4F921-DAA3-F023-940B-784B969D5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D1DEB-1B64-BB40-FBB0-F2143A326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FC6A-FF5F-3AEE-1135-DE7664D6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5240-3D43-9221-DC2A-A0A281F3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9029-04B4-9ACD-713F-2043F1E9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3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68D3A-3EFB-7EC7-B28C-E4F8B2D4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BF687-F37A-C8DD-EE9D-4A76AB1A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ACD45-0672-14E9-AA0A-C0FAC3FF5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9C3FF-4299-45FA-A552-BB98A650FED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6EEC8-F8A6-8564-92AB-8F449EF01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B745-51B8-C1AB-5F8B-43E54064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CB3BD-06A9-4A53-AAFD-6EAB9BA73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95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4D343-1286-EAD8-8AD2-729EAE42F76C}"/>
              </a:ext>
            </a:extLst>
          </p:cNvPr>
          <p:cNvSpPr/>
          <p:nvPr/>
        </p:nvSpPr>
        <p:spPr>
          <a:xfrm>
            <a:off x="1666495" y="4059175"/>
            <a:ext cx="985266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Gmail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68C9F3-CFBD-A8BB-C6B7-48E0FE882CA8}"/>
              </a:ext>
            </a:extLst>
          </p:cNvPr>
          <p:cNvSpPr/>
          <p:nvPr/>
        </p:nvSpPr>
        <p:spPr>
          <a:xfrm>
            <a:off x="4279392" y="4059175"/>
            <a:ext cx="1563624" cy="7589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Google.App.Script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488EF7-B76D-909F-CB8E-727316557B9C}"/>
              </a:ext>
            </a:extLst>
          </p:cNvPr>
          <p:cNvSpPr/>
          <p:nvPr/>
        </p:nvSpPr>
        <p:spPr>
          <a:xfrm>
            <a:off x="7470647" y="3948685"/>
            <a:ext cx="1764792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 Extension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A38063-5593-6D85-92FE-F5755F6CA134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5843016" y="4383406"/>
            <a:ext cx="1627631" cy="5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5754A0-0E84-5341-CBA5-A66255EA4459}"/>
              </a:ext>
            </a:extLst>
          </p:cNvPr>
          <p:cNvSpPr txBox="1"/>
          <p:nvPr/>
        </p:nvSpPr>
        <p:spPr>
          <a:xfrm>
            <a:off x="6111239" y="4054603"/>
            <a:ext cx="1155192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Run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93E102-B893-12FC-954C-1618B0E0A4A1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651761" y="4438651"/>
            <a:ext cx="1627631" cy="5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DB7286-AABE-BFB3-9E22-6E93CA0F27AE}"/>
              </a:ext>
            </a:extLst>
          </p:cNvPr>
          <p:cNvSpPr txBox="1"/>
          <p:nvPr/>
        </p:nvSpPr>
        <p:spPr>
          <a:xfrm>
            <a:off x="3032759" y="3897096"/>
            <a:ext cx="1240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Execute Scrape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46D48F-9276-6B92-06F4-EF3A8D9D97FB}"/>
              </a:ext>
            </a:extLst>
          </p:cNvPr>
          <p:cNvCxnSpPr>
            <a:cxnSpLocks/>
            <a:stCxn id="4" idx="0"/>
            <a:endCxn id="15" idx="2"/>
          </p:cNvCxnSpPr>
          <p:nvPr/>
        </p:nvCxnSpPr>
        <p:spPr>
          <a:xfrm flipV="1">
            <a:off x="2159128" y="3028188"/>
            <a:ext cx="0" cy="103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F9B708-0883-9472-220C-54FAC33AF12D}"/>
              </a:ext>
            </a:extLst>
          </p:cNvPr>
          <p:cNvSpPr/>
          <p:nvPr/>
        </p:nvSpPr>
        <p:spPr>
          <a:xfrm>
            <a:off x="1496188" y="2158746"/>
            <a:ext cx="1325880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Store data from email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04BED4-1752-63BD-B1F0-219E89D23290}"/>
              </a:ext>
            </a:extLst>
          </p:cNvPr>
          <p:cNvCxnSpPr>
            <a:stCxn id="15" idx="3"/>
          </p:cNvCxnSpPr>
          <p:nvPr/>
        </p:nvCxnSpPr>
        <p:spPr>
          <a:xfrm flipV="1">
            <a:off x="2822068" y="2377440"/>
            <a:ext cx="1451228" cy="216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10E3D-0422-5969-10B5-601CC0090D7D}"/>
              </a:ext>
            </a:extLst>
          </p:cNvPr>
          <p:cNvSpPr/>
          <p:nvPr/>
        </p:nvSpPr>
        <p:spPr>
          <a:xfrm>
            <a:off x="4273296" y="1799272"/>
            <a:ext cx="2045208" cy="1060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 it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1B901-1A33-2EE9-FEDC-B241FF0CFFE9}"/>
              </a:ext>
            </a:extLst>
          </p:cNvPr>
          <p:cNvCxnSpPr>
            <a:stCxn id="19" idx="0"/>
          </p:cNvCxnSpPr>
          <p:nvPr/>
        </p:nvCxnSpPr>
        <p:spPr>
          <a:xfrm flipV="1">
            <a:off x="5295900" y="1143000"/>
            <a:ext cx="693420" cy="656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ED82EA-9099-575A-4005-2A27A5D8F762}"/>
              </a:ext>
            </a:extLst>
          </p:cNvPr>
          <p:cNvSpPr/>
          <p:nvPr/>
        </p:nvSpPr>
        <p:spPr>
          <a:xfrm>
            <a:off x="5989320" y="786384"/>
            <a:ext cx="1554480" cy="6334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language analysis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7AB50F-BC8D-3379-35DA-2528A3C9C63B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318504" y="2265998"/>
            <a:ext cx="758952" cy="6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B5D264-2A52-17B0-0B63-F3B2F28869E3}"/>
              </a:ext>
            </a:extLst>
          </p:cNvPr>
          <p:cNvSpPr/>
          <p:nvPr/>
        </p:nvSpPr>
        <p:spPr>
          <a:xfrm>
            <a:off x="7077456" y="1938528"/>
            <a:ext cx="1371600" cy="654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 links analysis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F30A19-E0A3-77D5-D174-8B7F2D701BB6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7543800" y="1103090"/>
            <a:ext cx="1280160" cy="354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304DC42-D909-EB12-8584-F8F03AD4B98A}"/>
              </a:ext>
            </a:extLst>
          </p:cNvPr>
          <p:cNvSpPr/>
          <p:nvPr/>
        </p:nvSpPr>
        <p:spPr>
          <a:xfrm>
            <a:off x="8823960" y="1059846"/>
            <a:ext cx="1472184" cy="7955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Calculate score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04D3B6-2B1F-7BB4-D4A9-08AD61F156F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8449056" y="1457610"/>
            <a:ext cx="374904" cy="808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C50545-33A8-90A1-C15B-CC4C54B3ABF7}"/>
              </a:ext>
            </a:extLst>
          </p:cNvPr>
          <p:cNvCxnSpPr>
            <a:stCxn id="29" idx="3"/>
          </p:cNvCxnSpPr>
          <p:nvPr/>
        </p:nvCxnSpPr>
        <p:spPr>
          <a:xfrm>
            <a:off x="10296144" y="1457610"/>
            <a:ext cx="182880" cy="1135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33D042-03EB-066C-AD55-54B267B6C3C2}"/>
              </a:ext>
            </a:extLst>
          </p:cNvPr>
          <p:cNvSpPr/>
          <p:nvPr/>
        </p:nvSpPr>
        <p:spPr>
          <a:xfrm>
            <a:off x="9742932" y="2593467"/>
            <a:ext cx="1472183" cy="8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Inform User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C164D5-0022-0DBF-12B6-7256361FEFDF}"/>
              </a:ext>
            </a:extLst>
          </p:cNvPr>
          <p:cNvCxnSpPr>
            <a:stCxn id="12" idx="0"/>
            <a:endCxn id="19" idx="2"/>
          </p:cNvCxnSpPr>
          <p:nvPr/>
        </p:nvCxnSpPr>
        <p:spPr>
          <a:xfrm flipV="1">
            <a:off x="3653028" y="2859595"/>
            <a:ext cx="1642872" cy="1037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8DC7CE-CC26-B5D0-D3B0-0297466DAB9C}"/>
              </a:ext>
            </a:extLst>
          </p:cNvPr>
          <p:cNvSpPr txBox="1"/>
          <p:nvPr/>
        </p:nvSpPr>
        <p:spPr>
          <a:xfrm>
            <a:off x="3314701" y="3003568"/>
            <a:ext cx="1451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Wait for scrape and execute</a:t>
            </a:r>
          </a:p>
        </p:txBody>
      </p:sp>
    </p:spTree>
    <p:extLst>
      <p:ext uri="{BB962C8B-B14F-4D97-AF65-F5344CB8AC3E}">
        <p14:creationId xmlns:p14="http://schemas.microsoft.com/office/powerpoint/2010/main" val="53867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D03B9EE-20D4-95E8-C5B5-11E5E94FFC95}"/>
              </a:ext>
            </a:extLst>
          </p:cNvPr>
          <p:cNvGrpSpPr/>
          <p:nvPr/>
        </p:nvGrpSpPr>
        <p:grpSpPr>
          <a:xfrm>
            <a:off x="8622792" y="109728"/>
            <a:ext cx="3253588" cy="1650913"/>
            <a:chOff x="3758184" y="612648"/>
            <a:chExt cx="4956047" cy="15270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9F5A27-1442-D6D3-CBA9-B553A02D022F}"/>
                </a:ext>
              </a:extLst>
            </p:cNvPr>
            <p:cNvSpPr>
              <a:spLocks/>
            </p:cNvSpPr>
            <p:nvPr/>
          </p:nvSpPr>
          <p:spPr>
            <a:xfrm>
              <a:off x="3758184" y="612648"/>
              <a:ext cx="4791456" cy="15270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677102-D002-F50C-767A-01BB46D50DFE}"/>
                </a:ext>
              </a:extLst>
            </p:cNvPr>
            <p:cNvSpPr>
              <a:spLocks/>
            </p:cNvSpPr>
            <p:nvPr/>
          </p:nvSpPr>
          <p:spPr>
            <a:xfrm>
              <a:off x="4178808" y="979965"/>
              <a:ext cx="1755648" cy="7781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AI processor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E7BC97-11C8-96A8-C91D-B4237F86C660}"/>
                </a:ext>
              </a:extLst>
            </p:cNvPr>
            <p:cNvSpPr>
              <a:spLocks/>
            </p:cNvSpPr>
            <p:nvPr/>
          </p:nvSpPr>
          <p:spPr>
            <a:xfrm>
              <a:off x="6263640" y="950976"/>
              <a:ext cx="1911096" cy="8412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API processor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C2BE69-B177-0CCF-B36A-4A5D053EB2B2}"/>
                </a:ext>
              </a:extLst>
            </p:cNvPr>
            <p:cNvSpPr txBox="1">
              <a:spLocks/>
            </p:cNvSpPr>
            <p:nvPr/>
          </p:nvSpPr>
          <p:spPr>
            <a:xfrm>
              <a:off x="5119471" y="1758157"/>
              <a:ext cx="3594760" cy="341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Risk Processor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AABF671-9F30-213F-C21E-BEDA5E660F4F}"/>
              </a:ext>
            </a:extLst>
          </p:cNvPr>
          <p:cNvSpPr/>
          <p:nvPr/>
        </p:nvSpPr>
        <p:spPr>
          <a:xfrm>
            <a:off x="7975383" y="4534640"/>
            <a:ext cx="184708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Sheets Data </a:t>
            </a:r>
          </a:p>
          <a:p>
            <a:pPr algn="ctr"/>
            <a:r>
              <a:rPr lang="en-GB" sz="800" dirty="0"/>
              <a:t>Non-volatile Memory R/W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A9D27-A3F5-4CF7-869F-1DCF05F15E76}"/>
              </a:ext>
            </a:extLst>
          </p:cNvPr>
          <p:cNvSpPr/>
          <p:nvPr/>
        </p:nvSpPr>
        <p:spPr>
          <a:xfrm>
            <a:off x="4385363" y="2103290"/>
            <a:ext cx="1527048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Extension/UI</a:t>
            </a:r>
          </a:p>
          <a:p>
            <a:pPr algn="ctr"/>
            <a:r>
              <a:rPr lang="en-GB" sz="800" dirty="0"/>
              <a:t>Volatile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70D2D-514C-609B-1583-D1098EC7867D}"/>
              </a:ext>
            </a:extLst>
          </p:cNvPr>
          <p:cNvSpPr/>
          <p:nvPr/>
        </p:nvSpPr>
        <p:spPr>
          <a:xfrm>
            <a:off x="4811268" y="4518326"/>
            <a:ext cx="2020824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 Script (Scrape_Email)</a:t>
            </a:r>
            <a:br>
              <a:rPr lang="en-GB" dirty="0"/>
            </a:br>
            <a:r>
              <a:rPr lang="en-GB" sz="800" dirty="0"/>
              <a:t>Volatile Memory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EA38B-AE89-7352-8F62-0BA9BB9E71AE}"/>
              </a:ext>
            </a:extLst>
          </p:cNvPr>
          <p:cNvSpPr/>
          <p:nvPr/>
        </p:nvSpPr>
        <p:spPr>
          <a:xfrm>
            <a:off x="2002534" y="4538994"/>
            <a:ext cx="1755648" cy="838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Gmail</a:t>
            </a:r>
          </a:p>
          <a:p>
            <a:pPr algn="ctr"/>
            <a:r>
              <a:rPr lang="en-GB" sz="800" dirty="0"/>
              <a:t>Non-volatile - ROM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E428B-17BB-DDBB-CD33-76D11CE380E2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6832092" y="4938950"/>
            <a:ext cx="1143291" cy="52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4FD395-5718-F60E-730C-F4C5C8E80A77}"/>
              </a:ext>
            </a:extLst>
          </p:cNvPr>
          <p:cNvSpPr/>
          <p:nvPr/>
        </p:nvSpPr>
        <p:spPr>
          <a:xfrm>
            <a:off x="6232396" y="3023878"/>
            <a:ext cx="1783080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Popup.js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AF251B-6CD4-50C4-8A2A-41F309700AEA}"/>
              </a:ext>
            </a:extLst>
          </p:cNvPr>
          <p:cNvCxnSpPr>
            <a:stCxn id="22" idx="3"/>
            <a:endCxn id="6" idx="0"/>
          </p:cNvCxnSpPr>
          <p:nvPr/>
        </p:nvCxnSpPr>
        <p:spPr>
          <a:xfrm flipH="1">
            <a:off x="5821680" y="3420452"/>
            <a:ext cx="2193796" cy="1097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938A56-CBC9-2837-2F13-CEC64545B96E}"/>
              </a:ext>
            </a:extLst>
          </p:cNvPr>
          <p:cNvCxnSpPr>
            <a:stCxn id="11" idx="3"/>
            <a:endCxn id="6" idx="1"/>
          </p:cNvCxnSpPr>
          <p:nvPr/>
        </p:nvCxnSpPr>
        <p:spPr>
          <a:xfrm flipV="1">
            <a:off x="3758182" y="4938950"/>
            <a:ext cx="1053086" cy="19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2472B9-7B75-6DB6-4287-42861BBF7A3F}"/>
              </a:ext>
            </a:extLst>
          </p:cNvPr>
          <p:cNvSpPr/>
          <p:nvPr/>
        </p:nvSpPr>
        <p:spPr>
          <a:xfrm>
            <a:off x="1152140" y="2412430"/>
            <a:ext cx="1664208" cy="7223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Highlight.js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F5F16A9-42EC-3EA2-7FCD-0FF95BE1E678}"/>
              </a:ext>
            </a:extLst>
          </p:cNvPr>
          <p:cNvCxnSpPr>
            <a:stCxn id="5" idx="1"/>
            <a:endCxn id="31" idx="3"/>
          </p:cNvCxnSpPr>
          <p:nvPr/>
        </p:nvCxnSpPr>
        <p:spPr>
          <a:xfrm flipH="1">
            <a:off x="2816348" y="2499864"/>
            <a:ext cx="1569015" cy="273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042480-8E38-DDE8-1DF1-DE1CF2691005}"/>
              </a:ext>
            </a:extLst>
          </p:cNvPr>
          <p:cNvCxnSpPr>
            <a:stCxn id="31" idx="2"/>
            <a:endCxn id="11" idx="0"/>
          </p:cNvCxnSpPr>
          <p:nvPr/>
        </p:nvCxnSpPr>
        <p:spPr>
          <a:xfrm>
            <a:off x="1984244" y="3134806"/>
            <a:ext cx="896114" cy="1404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E8B76D-4002-B053-0A59-897C6BE761F2}"/>
              </a:ext>
            </a:extLst>
          </p:cNvPr>
          <p:cNvCxnSpPr>
            <a:stCxn id="5" idx="3"/>
            <a:endCxn id="22" idx="0"/>
          </p:cNvCxnSpPr>
          <p:nvPr/>
        </p:nvCxnSpPr>
        <p:spPr>
          <a:xfrm>
            <a:off x="5912411" y="2499864"/>
            <a:ext cx="1211525" cy="524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0477EB9-845A-4054-FD16-B7BA6E8523BA}"/>
              </a:ext>
            </a:extLst>
          </p:cNvPr>
          <p:cNvSpPr/>
          <p:nvPr/>
        </p:nvSpPr>
        <p:spPr>
          <a:xfrm>
            <a:off x="2140510" y="356616"/>
            <a:ext cx="1617673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BAD_WORDS.json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C0BD66-55D3-46C3-7F19-BD2234CB2BB1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8898927" y="1760641"/>
            <a:ext cx="1296633" cy="2773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E70D37-C55F-3F9B-C3B6-16527AA7C08C}"/>
              </a:ext>
            </a:extLst>
          </p:cNvPr>
          <p:cNvCxnSpPr>
            <a:stCxn id="9" idx="1"/>
            <a:endCxn id="14" idx="3"/>
          </p:cNvCxnSpPr>
          <p:nvPr/>
        </p:nvCxnSpPr>
        <p:spPr>
          <a:xfrm flipH="1" flipV="1">
            <a:off x="3758183" y="717804"/>
            <a:ext cx="4864609" cy="217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309CDE-72AC-782A-23D6-768D93B49BAD}"/>
              </a:ext>
            </a:extLst>
          </p:cNvPr>
          <p:cNvCxnSpPr>
            <a:stCxn id="14" idx="2"/>
            <a:endCxn id="31" idx="0"/>
          </p:cNvCxnSpPr>
          <p:nvPr/>
        </p:nvCxnSpPr>
        <p:spPr>
          <a:xfrm flipH="1">
            <a:off x="1984244" y="1078992"/>
            <a:ext cx="965103" cy="1333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71599A-70EE-70BA-4F1C-DF269A5E3DA6}"/>
              </a:ext>
            </a:extLst>
          </p:cNvPr>
          <p:cNvSpPr txBox="1"/>
          <p:nvPr/>
        </p:nvSpPr>
        <p:spPr>
          <a:xfrm>
            <a:off x="9516461" y="2916936"/>
            <a:ext cx="164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Take to process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8B182A-7E32-9FFD-8074-52D9F5294687}"/>
              </a:ext>
            </a:extLst>
          </p:cNvPr>
          <p:cNvSpPr txBox="1"/>
          <p:nvPr/>
        </p:nvSpPr>
        <p:spPr>
          <a:xfrm>
            <a:off x="5148887" y="475499"/>
            <a:ext cx="1617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Identified bad words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B33B6B-F3F5-3E0E-15B5-59F4F2771A86}"/>
              </a:ext>
            </a:extLst>
          </p:cNvPr>
          <p:cNvSpPr txBox="1"/>
          <p:nvPr/>
        </p:nvSpPr>
        <p:spPr>
          <a:xfrm>
            <a:off x="1536187" y="1384984"/>
            <a:ext cx="896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Feeds UI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E34D93-38B9-4FA8-6807-63F46698119B}"/>
              </a:ext>
            </a:extLst>
          </p:cNvPr>
          <p:cNvSpPr txBox="1"/>
          <p:nvPr/>
        </p:nvSpPr>
        <p:spPr>
          <a:xfrm>
            <a:off x="2403725" y="3643720"/>
            <a:ext cx="1161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Overlays UI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6B2ED8-87A5-EDD9-E837-0615D23D3B64}"/>
              </a:ext>
            </a:extLst>
          </p:cNvPr>
          <p:cNvSpPr txBox="1"/>
          <p:nvPr/>
        </p:nvSpPr>
        <p:spPr>
          <a:xfrm>
            <a:off x="3836668" y="4538994"/>
            <a:ext cx="89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scrape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94173-CDDE-5354-1E46-396B441152B8}"/>
              </a:ext>
            </a:extLst>
          </p:cNvPr>
          <p:cNvSpPr txBox="1"/>
          <p:nvPr/>
        </p:nvSpPr>
        <p:spPr>
          <a:xfrm>
            <a:off x="6986016" y="4617720"/>
            <a:ext cx="128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Store Scraped 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EAC708-99F9-5660-1C31-F3D6F8E05E1D}"/>
              </a:ext>
            </a:extLst>
          </p:cNvPr>
          <p:cNvCxnSpPr>
            <a:cxnSpLocks/>
            <a:stCxn id="39" idx="0"/>
            <a:endCxn id="14" idx="3"/>
          </p:cNvCxnSpPr>
          <p:nvPr/>
        </p:nvCxnSpPr>
        <p:spPr>
          <a:xfrm flipH="1" flipV="1">
            <a:off x="3758183" y="717804"/>
            <a:ext cx="711524" cy="322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50DE6B0-B95B-B1C1-4CC2-7CE725FD943D}"/>
              </a:ext>
            </a:extLst>
          </p:cNvPr>
          <p:cNvSpPr/>
          <p:nvPr/>
        </p:nvSpPr>
        <p:spPr>
          <a:xfrm>
            <a:off x="3811525" y="1040033"/>
            <a:ext cx="1316363" cy="793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May need to be </a:t>
            </a:r>
            <a:r>
              <a:rPr lang="en-GB" dirty="0" err="1"/>
              <a:t>api</a:t>
            </a:r>
            <a:r>
              <a:rPr lang="en-GB" dirty="0"/>
              <a:t> serviced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DE46C2-BFF2-82D0-E82E-E498247C895B}"/>
              </a:ext>
            </a:extLst>
          </p:cNvPr>
          <p:cNvSpPr/>
          <p:nvPr/>
        </p:nvSpPr>
        <p:spPr>
          <a:xfrm>
            <a:off x="164592" y="5614416"/>
            <a:ext cx="3593590" cy="1167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OR URL</a:t>
            </a:r>
            <a:br>
              <a:rPr lang="en-GB" dirty="0"/>
            </a:br>
            <a:r>
              <a:rPr lang="en-GB" dirty="0"/>
              <a:t>identification only</a:t>
            </a:r>
          </a:p>
          <a:p>
            <a:pPr algn="ctr"/>
            <a:r>
              <a:rPr lang="en-GB" sz="1100" dirty="0"/>
              <a:t>Not yet language analysis</a:t>
            </a:r>
          </a:p>
        </p:txBody>
      </p:sp>
    </p:spTree>
    <p:extLst>
      <p:ext uri="{BB962C8B-B14F-4D97-AF65-F5344CB8AC3E}">
        <p14:creationId xmlns:p14="http://schemas.microsoft.com/office/powerpoint/2010/main" val="114640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76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107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Nikodem Drabik</dc:creator>
  <cp:lastModifiedBy>(s) Nikodem Drabik</cp:lastModifiedBy>
  <cp:revision>4</cp:revision>
  <dcterms:created xsi:type="dcterms:W3CDTF">2025-11-07T18:24:16Z</dcterms:created>
  <dcterms:modified xsi:type="dcterms:W3CDTF">2025-11-18T17:19:58Z</dcterms:modified>
</cp:coreProperties>
</file>
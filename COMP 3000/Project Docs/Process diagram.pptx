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64F78-E193-25FA-9E4E-E51E8F348A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9C051F-9510-ED61-DD94-63904DBAF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ABD64-E1C7-8582-BF3D-1F4B41249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72E44-F95C-CB75-6E41-8F5BD401A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344E-98AC-8C1C-699F-EA5FE162F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9649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38652-3F4C-9FF4-A66F-5DB53769B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3598C-8AA0-E1F7-CEE9-D7C098E7B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BD5EB-B32D-30A1-D551-B91663917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D705F-E540-A2B0-63B8-D7EC6B50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06E55-8B51-ED05-B7D1-A50881389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9206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6B576-FB5A-53B8-1D57-A3DC03B7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5E19D-CA0F-F316-C454-9AAA85994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C91CA-F4E8-4A0F-4669-254E873B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0EF6D-00D9-8BDD-3FB9-B5444A44E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3CB71-65FA-4C67-BBB2-1DE49064C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94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46580-F5A5-184D-F88F-B930BE674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D5C4D-7B44-4B20-5DDD-263A67D42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0AFC0-C84E-828C-C423-47DDC4FF9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B5DAC-CE53-133F-E930-D009C7F07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B00324-56FA-9390-8C2E-4DBA9903B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BB3F6-6E2C-1D62-26E7-703ADD47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1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6FA9B-A9E2-2113-F41F-5E5B31A93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AB9D1-8FA9-2AB0-DB5E-D4FC63F0F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44EA98-3D14-B68E-DD5F-820485F2B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B5FAA1-4F67-4983-CCD4-6FA927F0F1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A2A3A-4F73-F3FD-1D97-EBB6176777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2BDBC-2B83-1DBA-ECED-3E18C2D0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4DFF54-99DE-157A-E979-59E53A44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909EB4-FF93-33C3-C31F-FD055BE2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515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A74F-70F5-4D68-FB9E-E61F9D9B0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7D80BF-B88A-00F0-A756-4D502EEFE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600441-0146-D544-B794-FD4FF8EC2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100D6D-E2C6-BF70-B7C7-A88420886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325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38185F-67E7-C219-5BCA-9DEE6511F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324EF9-7325-5FFE-F23A-E0035BE4F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E8B37-D85C-9E3E-1CA2-88FBE7ACF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460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0B38B-6D7B-B29F-68E9-8F98CA5A1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C1FE-9CCD-CE18-6011-20554D2D1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3BE63-647D-FE32-E1D0-19E3784EF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0CE36-435A-37AD-1D4D-AA11A6FB5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5F830-C01B-1617-4F79-215FB5787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DABE83-6E4F-75CA-B862-E2FF2C666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782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51198-0762-47E9-D004-3BAF6E31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AFBCE5-5E51-34A1-FE8A-023598C028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EDBFB6-7944-1B4F-58C6-5ECFBB6C7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90A90-6859-65D9-B00B-8492BECEE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41FE3-3A50-10B8-7665-8A401491E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3B63E-E57E-5116-0BBE-46A4092A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0829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1754F-955A-F8ED-D38E-EF2E7E348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5C8DA-9A91-862C-1FC0-A1903C49D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99648-3D04-A963-E93E-7BC88277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1AD26-306C-3CCC-5AF9-1D576CCE0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337F6-4E23-93F9-4390-C382171B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0513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B4F921-DAA3-F023-940B-784B969D54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ED1DEB-1B64-BB40-FBB0-F2143A3265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FFC6A-FF5F-3AEE-1135-DE7664D6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A5240-3D43-9221-DC2A-A0A281F32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29029-04B4-9ACD-713F-2043F1E94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032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B68D3A-3EFB-7EC7-B28C-E4F8B2D4F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BF687-F37A-C8DD-EE9D-4A76AB1A0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ACD45-0672-14E9-AA0A-C0FAC3F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9C3FF-4299-45FA-A552-BB98A650FEDD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6EEC8-F8A6-8564-92AB-8F449EF01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5B745-51B8-C1AB-5F8B-43E54064A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956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B4D343-1286-EAD8-8AD2-729EAE42F76C}"/>
              </a:ext>
            </a:extLst>
          </p:cNvPr>
          <p:cNvSpPr/>
          <p:nvPr/>
        </p:nvSpPr>
        <p:spPr>
          <a:xfrm>
            <a:off x="1666495" y="4059175"/>
            <a:ext cx="985266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Gmail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68C9F3-CFBD-A8BB-C6B7-48E0FE882CA8}"/>
              </a:ext>
            </a:extLst>
          </p:cNvPr>
          <p:cNvSpPr/>
          <p:nvPr/>
        </p:nvSpPr>
        <p:spPr>
          <a:xfrm>
            <a:off x="4279392" y="4059175"/>
            <a:ext cx="1563624" cy="7589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Google.App.Script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488EF7-B76D-909F-CB8E-727316557B9C}"/>
              </a:ext>
            </a:extLst>
          </p:cNvPr>
          <p:cNvSpPr/>
          <p:nvPr/>
        </p:nvSpPr>
        <p:spPr>
          <a:xfrm>
            <a:off x="7470647" y="3948685"/>
            <a:ext cx="1764792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Google Extension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0A38063-5593-6D85-92FE-F5755F6CA134}"/>
              </a:ext>
            </a:extLst>
          </p:cNvPr>
          <p:cNvCxnSpPr>
            <a:stCxn id="6" idx="1"/>
            <a:endCxn id="5" idx="3"/>
          </p:cNvCxnSpPr>
          <p:nvPr/>
        </p:nvCxnSpPr>
        <p:spPr>
          <a:xfrm flipH="1">
            <a:off x="5843016" y="4383406"/>
            <a:ext cx="1627631" cy="55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D5754A0-0E84-5341-CBA5-A66255EA4459}"/>
              </a:ext>
            </a:extLst>
          </p:cNvPr>
          <p:cNvSpPr txBox="1"/>
          <p:nvPr/>
        </p:nvSpPr>
        <p:spPr>
          <a:xfrm>
            <a:off x="6111239" y="4054603"/>
            <a:ext cx="1155192" cy="384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Click Run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93E102-B893-12FC-954C-1618B0E0A4A1}"/>
              </a:ext>
            </a:extLst>
          </p:cNvPr>
          <p:cNvCxnSpPr>
            <a:stCxn id="5" idx="1"/>
            <a:endCxn id="4" idx="3"/>
          </p:cNvCxnSpPr>
          <p:nvPr/>
        </p:nvCxnSpPr>
        <p:spPr>
          <a:xfrm flipH="1">
            <a:off x="2651761" y="4438651"/>
            <a:ext cx="1627631" cy="55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1DB7286-AABE-BFB3-9E22-6E93CA0F27AE}"/>
              </a:ext>
            </a:extLst>
          </p:cNvPr>
          <p:cNvSpPr txBox="1"/>
          <p:nvPr/>
        </p:nvSpPr>
        <p:spPr>
          <a:xfrm>
            <a:off x="3032759" y="3897096"/>
            <a:ext cx="1240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Execute Scrape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646D48F-9276-6B92-06F4-EF3A8D9D97FB}"/>
              </a:ext>
            </a:extLst>
          </p:cNvPr>
          <p:cNvCxnSpPr>
            <a:cxnSpLocks/>
            <a:stCxn id="4" idx="0"/>
            <a:endCxn id="15" idx="2"/>
          </p:cNvCxnSpPr>
          <p:nvPr/>
        </p:nvCxnSpPr>
        <p:spPr>
          <a:xfrm flipV="1">
            <a:off x="2159128" y="3028188"/>
            <a:ext cx="0" cy="1030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F9B708-0883-9472-220C-54FAC33AF12D}"/>
              </a:ext>
            </a:extLst>
          </p:cNvPr>
          <p:cNvSpPr/>
          <p:nvPr/>
        </p:nvSpPr>
        <p:spPr>
          <a:xfrm>
            <a:off x="1496188" y="2158746"/>
            <a:ext cx="1325880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Store data from email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04BED4-1752-63BD-B1F0-219E89D23290}"/>
              </a:ext>
            </a:extLst>
          </p:cNvPr>
          <p:cNvCxnSpPr>
            <a:stCxn id="15" idx="3"/>
          </p:cNvCxnSpPr>
          <p:nvPr/>
        </p:nvCxnSpPr>
        <p:spPr>
          <a:xfrm flipV="1">
            <a:off x="2822068" y="2377440"/>
            <a:ext cx="1451228" cy="216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010E3D-0422-5969-10B5-601CC0090D7D}"/>
              </a:ext>
            </a:extLst>
          </p:cNvPr>
          <p:cNvSpPr/>
          <p:nvPr/>
        </p:nvSpPr>
        <p:spPr>
          <a:xfrm>
            <a:off x="4273296" y="1799272"/>
            <a:ext cx="2045208" cy="10603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Process it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1B901-1A33-2EE9-FEDC-B241FF0CFFE9}"/>
              </a:ext>
            </a:extLst>
          </p:cNvPr>
          <p:cNvCxnSpPr>
            <a:stCxn id="19" idx="0"/>
          </p:cNvCxnSpPr>
          <p:nvPr/>
        </p:nvCxnSpPr>
        <p:spPr>
          <a:xfrm flipV="1">
            <a:off x="5295900" y="1143000"/>
            <a:ext cx="693420" cy="656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8ED82EA-9099-575A-4005-2A27A5D8F762}"/>
              </a:ext>
            </a:extLst>
          </p:cNvPr>
          <p:cNvSpPr/>
          <p:nvPr/>
        </p:nvSpPr>
        <p:spPr>
          <a:xfrm>
            <a:off x="5989320" y="786384"/>
            <a:ext cx="1554480" cy="633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AI language analysis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7AB50F-BC8D-3379-35DA-2528A3C9C63B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6318504" y="2265998"/>
            <a:ext cx="758952" cy="6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B5D264-2A52-17B0-0B63-F3B2F28869E3}"/>
              </a:ext>
            </a:extLst>
          </p:cNvPr>
          <p:cNvSpPr/>
          <p:nvPr/>
        </p:nvSpPr>
        <p:spPr>
          <a:xfrm>
            <a:off x="7077456" y="1938528"/>
            <a:ext cx="1371600" cy="6549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 links analysis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FF30A19-E0A3-77D5-D174-8B7F2D701BB6}"/>
              </a:ext>
            </a:extLst>
          </p:cNvPr>
          <p:cNvCxnSpPr>
            <a:cxnSpLocks/>
            <a:stCxn id="22" idx="3"/>
            <a:endCxn id="29" idx="1"/>
          </p:cNvCxnSpPr>
          <p:nvPr/>
        </p:nvCxnSpPr>
        <p:spPr>
          <a:xfrm>
            <a:off x="7543800" y="1103090"/>
            <a:ext cx="1280160" cy="354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304DC42-D909-EB12-8584-F8F03AD4B98A}"/>
              </a:ext>
            </a:extLst>
          </p:cNvPr>
          <p:cNvSpPr/>
          <p:nvPr/>
        </p:nvSpPr>
        <p:spPr>
          <a:xfrm>
            <a:off x="8823960" y="1059846"/>
            <a:ext cx="1472184" cy="7955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Calculate score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204D3B6-2B1F-7BB4-D4A9-08AD61F156FC}"/>
              </a:ext>
            </a:extLst>
          </p:cNvPr>
          <p:cNvCxnSpPr>
            <a:stCxn id="25" idx="3"/>
            <a:endCxn id="29" idx="1"/>
          </p:cNvCxnSpPr>
          <p:nvPr/>
        </p:nvCxnSpPr>
        <p:spPr>
          <a:xfrm flipV="1">
            <a:off x="8449056" y="1457610"/>
            <a:ext cx="374904" cy="808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C50545-33A8-90A1-C15B-CC4C54B3ABF7}"/>
              </a:ext>
            </a:extLst>
          </p:cNvPr>
          <p:cNvCxnSpPr>
            <a:stCxn id="29" idx="3"/>
          </p:cNvCxnSpPr>
          <p:nvPr/>
        </p:nvCxnSpPr>
        <p:spPr>
          <a:xfrm>
            <a:off x="10296144" y="1457610"/>
            <a:ext cx="182880" cy="1135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B33D042-03EB-066C-AD55-54B267B6C3C2}"/>
              </a:ext>
            </a:extLst>
          </p:cNvPr>
          <p:cNvSpPr/>
          <p:nvPr/>
        </p:nvSpPr>
        <p:spPr>
          <a:xfrm>
            <a:off x="9742932" y="2593467"/>
            <a:ext cx="1472183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Inform User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C164D5-0022-0DBF-12B6-7256361FEFDF}"/>
              </a:ext>
            </a:extLst>
          </p:cNvPr>
          <p:cNvCxnSpPr>
            <a:stCxn id="12" idx="0"/>
            <a:endCxn id="19" idx="2"/>
          </p:cNvCxnSpPr>
          <p:nvPr/>
        </p:nvCxnSpPr>
        <p:spPr>
          <a:xfrm flipV="1">
            <a:off x="3653028" y="2859595"/>
            <a:ext cx="1642872" cy="1037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8DC7CE-CC26-B5D0-D3B0-0297466DAB9C}"/>
              </a:ext>
            </a:extLst>
          </p:cNvPr>
          <p:cNvSpPr txBox="1"/>
          <p:nvPr/>
        </p:nvSpPr>
        <p:spPr>
          <a:xfrm>
            <a:off x="3314701" y="3003568"/>
            <a:ext cx="14512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Wait for scrape and execute</a:t>
            </a:r>
          </a:p>
        </p:txBody>
      </p:sp>
    </p:spTree>
    <p:extLst>
      <p:ext uri="{BB962C8B-B14F-4D97-AF65-F5344CB8AC3E}">
        <p14:creationId xmlns:p14="http://schemas.microsoft.com/office/powerpoint/2010/main" val="538677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BD03B9EE-20D4-95E8-C5B5-11E5E94FFC95}"/>
              </a:ext>
            </a:extLst>
          </p:cNvPr>
          <p:cNvGrpSpPr/>
          <p:nvPr/>
        </p:nvGrpSpPr>
        <p:grpSpPr>
          <a:xfrm>
            <a:off x="8622792" y="109728"/>
            <a:ext cx="3253588" cy="1650913"/>
            <a:chOff x="3758184" y="612648"/>
            <a:chExt cx="4956047" cy="152704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9F5A27-1442-D6D3-CBA9-B553A02D022F}"/>
                </a:ext>
              </a:extLst>
            </p:cNvPr>
            <p:cNvSpPr>
              <a:spLocks/>
            </p:cNvSpPr>
            <p:nvPr/>
          </p:nvSpPr>
          <p:spPr>
            <a:xfrm>
              <a:off x="3758184" y="612648"/>
              <a:ext cx="4791456" cy="15270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B677102-D002-F50C-767A-01BB46D50DFE}"/>
                </a:ext>
              </a:extLst>
            </p:cNvPr>
            <p:cNvSpPr>
              <a:spLocks/>
            </p:cNvSpPr>
            <p:nvPr/>
          </p:nvSpPr>
          <p:spPr>
            <a:xfrm>
              <a:off x="4178808" y="979965"/>
              <a:ext cx="1755648" cy="77819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AI processor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8E7BC97-11C8-96A8-C91D-B4237F86C660}"/>
                </a:ext>
              </a:extLst>
            </p:cNvPr>
            <p:cNvSpPr>
              <a:spLocks/>
            </p:cNvSpPr>
            <p:nvPr/>
          </p:nvSpPr>
          <p:spPr>
            <a:xfrm>
              <a:off x="6263640" y="950976"/>
              <a:ext cx="1911096" cy="8412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API processor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BC2BE69-B177-0CCF-B36A-4A5D053EB2B2}"/>
                </a:ext>
              </a:extLst>
            </p:cNvPr>
            <p:cNvSpPr txBox="1">
              <a:spLocks/>
            </p:cNvSpPr>
            <p:nvPr/>
          </p:nvSpPr>
          <p:spPr>
            <a:xfrm>
              <a:off x="5119471" y="1758157"/>
              <a:ext cx="3594760" cy="3416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Risk Processor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AABF671-9F30-213F-C21E-BEDA5E660F4F}"/>
              </a:ext>
            </a:extLst>
          </p:cNvPr>
          <p:cNvSpPr/>
          <p:nvPr/>
        </p:nvSpPr>
        <p:spPr>
          <a:xfrm>
            <a:off x="7975383" y="4534640"/>
            <a:ext cx="184708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Sheets Data </a:t>
            </a:r>
          </a:p>
          <a:p>
            <a:pPr algn="ctr"/>
            <a:r>
              <a:rPr lang="en-GB" sz="800" dirty="0"/>
              <a:t>Non-volatile Memory R/W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6A9D27-A3F5-4CF7-869F-1DCF05F15E76}"/>
              </a:ext>
            </a:extLst>
          </p:cNvPr>
          <p:cNvSpPr/>
          <p:nvPr/>
        </p:nvSpPr>
        <p:spPr>
          <a:xfrm>
            <a:off x="4385363" y="2103290"/>
            <a:ext cx="1527048" cy="7931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Extension/UI</a:t>
            </a:r>
          </a:p>
          <a:p>
            <a:pPr algn="ctr"/>
            <a:r>
              <a:rPr lang="en-GB" sz="800" dirty="0"/>
              <a:t>Volatile Memory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170D2D-514C-609B-1583-D1098EC7867D}"/>
              </a:ext>
            </a:extLst>
          </p:cNvPr>
          <p:cNvSpPr/>
          <p:nvPr/>
        </p:nvSpPr>
        <p:spPr>
          <a:xfrm>
            <a:off x="4811268" y="4518326"/>
            <a:ext cx="2020824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Google Script (Scrape_Email)</a:t>
            </a:r>
            <a:br>
              <a:rPr lang="en-GB" dirty="0"/>
            </a:br>
            <a:r>
              <a:rPr lang="en-GB" sz="800" dirty="0"/>
              <a:t>Volatile Memory</a:t>
            </a:r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7EA38B-AE89-7352-8F62-0BA9BB9E71AE}"/>
              </a:ext>
            </a:extLst>
          </p:cNvPr>
          <p:cNvSpPr/>
          <p:nvPr/>
        </p:nvSpPr>
        <p:spPr>
          <a:xfrm>
            <a:off x="2002534" y="4538994"/>
            <a:ext cx="1755648" cy="838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Gmail</a:t>
            </a:r>
          </a:p>
          <a:p>
            <a:pPr algn="ctr"/>
            <a:r>
              <a:rPr lang="en-GB" sz="800" dirty="0"/>
              <a:t>Non-volatile - ROM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4E428B-17BB-DDBB-CD33-76D11CE380E2}"/>
              </a:ext>
            </a:extLst>
          </p:cNvPr>
          <p:cNvCxnSpPr>
            <a:stCxn id="6" idx="3"/>
            <a:endCxn id="4" idx="1"/>
          </p:cNvCxnSpPr>
          <p:nvPr/>
        </p:nvCxnSpPr>
        <p:spPr>
          <a:xfrm>
            <a:off x="6832092" y="4938950"/>
            <a:ext cx="1143291" cy="52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44FD395-5718-F60E-730C-F4C5C8E80A77}"/>
              </a:ext>
            </a:extLst>
          </p:cNvPr>
          <p:cNvSpPr/>
          <p:nvPr/>
        </p:nvSpPr>
        <p:spPr>
          <a:xfrm>
            <a:off x="6232396" y="3023878"/>
            <a:ext cx="1783080" cy="7931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Popup.js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AF251B-6CD4-50C4-8A2A-41F309700AEA}"/>
              </a:ext>
            </a:extLst>
          </p:cNvPr>
          <p:cNvCxnSpPr>
            <a:stCxn id="22" idx="3"/>
            <a:endCxn id="6" idx="0"/>
          </p:cNvCxnSpPr>
          <p:nvPr/>
        </p:nvCxnSpPr>
        <p:spPr>
          <a:xfrm flipH="1">
            <a:off x="5821680" y="3420452"/>
            <a:ext cx="2193796" cy="1097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4938A56-CBC9-2837-2F13-CEC64545B96E}"/>
              </a:ext>
            </a:extLst>
          </p:cNvPr>
          <p:cNvCxnSpPr>
            <a:stCxn id="11" idx="3"/>
            <a:endCxn id="6" idx="1"/>
          </p:cNvCxnSpPr>
          <p:nvPr/>
        </p:nvCxnSpPr>
        <p:spPr>
          <a:xfrm flipV="1">
            <a:off x="3758182" y="4938950"/>
            <a:ext cx="1053086" cy="1947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A2472B9-7B75-6DB6-4287-42861BBF7A3F}"/>
              </a:ext>
            </a:extLst>
          </p:cNvPr>
          <p:cNvSpPr/>
          <p:nvPr/>
        </p:nvSpPr>
        <p:spPr>
          <a:xfrm>
            <a:off x="1152140" y="2412430"/>
            <a:ext cx="1664208" cy="72237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Highlight.js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F5F16A9-42EC-3EA2-7FCD-0FF95BE1E678}"/>
              </a:ext>
            </a:extLst>
          </p:cNvPr>
          <p:cNvCxnSpPr>
            <a:stCxn id="5" idx="1"/>
            <a:endCxn id="31" idx="3"/>
          </p:cNvCxnSpPr>
          <p:nvPr/>
        </p:nvCxnSpPr>
        <p:spPr>
          <a:xfrm flipH="1">
            <a:off x="2816348" y="2499864"/>
            <a:ext cx="1569015" cy="273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F042480-8E38-DDE8-1DF1-DE1CF2691005}"/>
              </a:ext>
            </a:extLst>
          </p:cNvPr>
          <p:cNvCxnSpPr>
            <a:stCxn id="31" idx="2"/>
            <a:endCxn id="11" idx="0"/>
          </p:cNvCxnSpPr>
          <p:nvPr/>
        </p:nvCxnSpPr>
        <p:spPr>
          <a:xfrm>
            <a:off x="1984244" y="3134806"/>
            <a:ext cx="896114" cy="1404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CE8B76D-4002-B053-0A59-897C6BE761F2}"/>
              </a:ext>
            </a:extLst>
          </p:cNvPr>
          <p:cNvCxnSpPr>
            <a:stCxn id="5" idx="3"/>
            <a:endCxn id="22" idx="0"/>
          </p:cNvCxnSpPr>
          <p:nvPr/>
        </p:nvCxnSpPr>
        <p:spPr>
          <a:xfrm>
            <a:off x="5912411" y="2499864"/>
            <a:ext cx="1211525" cy="524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0477EB9-845A-4054-FD16-B7BA6E8523BA}"/>
              </a:ext>
            </a:extLst>
          </p:cNvPr>
          <p:cNvSpPr/>
          <p:nvPr/>
        </p:nvSpPr>
        <p:spPr>
          <a:xfrm>
            <a:off x="2140510" y="356616"/>
            <a:ext cx="1617673" cy="722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BAD_WORDS.json</a:t>
            </a:r>
            <a:endParaRPr lang="en-GB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C0BD66-55D3-46C3-7F19-BD2234CB2BB1}"/>
              </a:ext>
            </a:extLst>
          </p:cNvPr>
          <p:cNvCxnSpPr>
            <a:stCxn id="4" idx="0"/>
            <a:endCxn id="9" idx="2"/>
          </p:cNvCxnSpPr>
          <p:nvPr/>
        </p:nvCxnSpPr>
        <p:spPr>
          <a:xfrm flipV="1">
            <a:off x="8898927" y="1760641"/>
            <a:ext cx="1296633" cy="27739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4E70D37-C55F-3F9B-C3B6-16527AA7C08C}"/>
              </a:ext>
            </a:extLst>
          </p:cNvPr>
          <p:cNvCxnSpPr>
            <a:stCxn id="9" idx="1"/>
            <a:endCxn id="14" idx="3"/>
          </p:cNvCxnSpPr>
          <p:nvPr/>
        </p:nvCxnSpPr>
        <p:spPr>
          <a:xfrm flipH="1" flipV="1">
            <a:off x="3758183" y="717804"/>
            <a:ext cx="4864609" cy="2173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4309CDE-72AC-782A-23D6-768D93B49BAD}"/>
              </a:ext>
            </a:extLst>
          </p:cNvPr>
          <p:cNvCxnSpPr>
            <a:stCxn id="14" idx="2"/>
            <a:endCxn id="31" idx="0"/>
          </p:cNvCxnSpPr>
          <p:nvPr/>
        </p:nvCxnSpPr>
        <p:spPr>
          <a:xfrm flipH="1">
            <a:off x="1984244" y="1078992"/>
            <a:ext cx="965103" cy="1333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671599A-70EE-70BA-4F1C-DF269A5E3DA6}"/>
              </a:ext>
            </a:extLst>
          </p:cNvPr>
          <p:cNvSpPr txBox="1"/>
          <p:nvPr/>
        </p:nvSpPr>
        <p:spPr>
          <a:xfrm>
            <a:off x="9516461" y="2916936"/>
            <a:ext cx="1645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Take to process 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8B182A-7E32-9FFD-8074-52D9F5294687}"/>
              </a:ext>
            </a:extLst>
          </p:cNvPr>
          <p:cNvSpPr txBox="1"/>
          <p:nvPr/>
        </p:nvSpPr>
        <p:spPr>
          <a:xfrm>
            <a:off x="5148887" y="475499"/>
            <a:ext cx="16176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i="1" dirty="0"/>
              <a:t>Identified bad words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B33B6B-F3F5-3E0E-15B5-59F4F2771A86}"/>
              </a:ext>
            </a:extLst>
          </p:cNvPr>
          <p:cNvSpPr txBox="1"/>
          <p:nvPr/>
        </p:nvSpPr>
        <p:spPr>
          <a:xfrm>
            <a:off x="1536187" y="1384984"/>
            <a:ext cx="896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Feeds UI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E34D93-38B9-4FA8-6807-63F46698119B}"/>
              </a:ext>
            </a:extLst>
          </p:cNvPr>
          <p:cNvSpPr txBox="1"/>
          <p:nvPr/>
        </p:nvSpPr>
        <p:spPr>
          <a:xfrm>
            <a:off x="2403725" y="3643720"/>
            <a:ext cx="1161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Overlays UI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6B2ED8-87A5-EDD9-E837-0615D23D3B64}"/>
              </a:ext>
            </a:extLst>
          </p:cNvPr>
          <p:cNvSpPr txBox="1"/>
          <p:nvPr/>
        </p:nvSpPr>
        <p:spPr>
          <a:xfrm>
            <a:off x="3836668" y="4538994"/>
            <a:ext cx="896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scrape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394173-CDDE-5354-1E46-396B441152B8}"/>
              </a:ext>
            </a:extLst>
          </p:cNvPr>
          <p:cNvSpPr txBox="1"/>
          <p:nvPr/>
        </p:nvSpPr>
        <p:spPr>
          <a:xfrm>
            <a:off x="6986016" y="4617720"/>
            <a:ext cx="1280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Store Scraped Data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EEAC708-99F9-5660-1C31-F3D6F8E05E1D}"/>
              </a:ext>
            </a:extLst>
          </p:cNvPr>
          <p:cNvCxnSpPr>
            <a:cxnSpLocks/>
            <a:stCxn id="39" idx="0"/>
            <a:endCxn id="14" idx="3"/>
          </p:cNvCxnSpPr>
          <p:nvPr/>
        </p:nvCxnSpPr>
        <p:spPr>
          <a:xfrm flipH="1" flipV="1">
            <a:off x="3758183" y="717804"/>
            <a:ext cx="711524" cy="322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A50DE6B0-B95B-B1C1-4CC2-7CE725FD943D}"/>
              </a:ext>
            </a:extLst>
          </p:cNvPr>
          <p:cNvSpPr/>
          <p:nvPr/>
        </p:nvSpPr>
        <p:spPr>
          <a:xfrm>
            <a:off x="3811525" y="1040033"/>
            <a:ext cx="1316363" cy="7931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May need to be </a:t>
            </a:r>
            <a:r>
              <a:rPr lang="en-GB" dirty="0" err="1"/>
              <a:t>api</a:t>
            </a:r>
            <a:r>
              <a:rPr lang="en-GB" dirty="0"/>
              <a:t> serviced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7DE46C2-BFF2-82D0-E82E-E498247C895B}"/>
              </a:ext>
            </a:extLst>
          </p:cNvPr>
          <p:cNvSpPr/>
          <p:nvPr/>
        </p:nvSpPr>
        <p:spPr>
          <a:xfrm>
            <a:off x="164592" y="5614416"/>
            <a:ext cx="3593590" cy="11676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WORD OR URL</a:t>
            </a:r>
            <a:br>
              <a:rPr lang="en-GB" dirty="0"/>
            </a:br>
            <a:r>
              <a:rPr lang="en-GB" dirty="0"/>
              <a:t>identification only</a:t>
            </a:r>
          </a:p>
          <a:p>
            <a:pPr algn="ctr"/>
            <a:r>
              <a:rPr lang="en-GB" sz="1100" dirty="0"/>
              <a:t>Not yet language analysis</a:t>
            </a:r>
          </a:p>
        </p:txBody>
      </p:sp>
    </p:spTree>
    <p:extLst>
      <p:ext uri="{BB962C8B-B14F-4D97-AF65-F5344CB8AC3E}">
        <p14:creationId xmlns:p14="http://schemas.microsoft.com/office/powerpoint/2010/main" val="1146407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669DD8-278B-3267-1C2A-0BDC5BC7B8A3}"/>
              </a:ext>
            </a:extLst>
          </p:cNvPr>
          <p:cNvSpPr/>
          <p:nvPr/>
        </p:nvSpPr>
        <p:spPr>
          <a:xfrm>
            <a:off x="0" y="0"/>
            <a:ext cx="2331720" cy="813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How to get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9236E8-E33D-F1CB-08A8-B59753B3E58B}"/>
              </a:ext>
            </a:extLst>
          </p:cNvPr>
          <p:cNvSpPr/>
          <p:nvPr/>
        </p:nvSpPr>
        <p:spPr>
          <a:xfrm>
            <a:off x="4096512" y="1271016"/>
            <a:ext cx="219456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Gmail email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6EA619-553C-FD0B-8FBF-8EDAD1CD1369}"/>
              </a:ext>
            </a:extLst>
          </p:cNvPr>
          <p:cNvSpPr/>
          <p:nvPr/>
        </p:nvSpPr>
        <p:spPr>
          <a:xfrm>
            <a:off x="7900416" y="1271016"/>
            <a:ext cx="219456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&lt;Span&gt;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469A79-25DF-0AE1-3C25-FEC831A2211B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6291072" y="1636776"/>
            <a:ext cx="1609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28EA107F-FEE7-8583-79B6-1D472FE53011}"/>
              </a:ext>
            </a:extLst>
          </p:cNvPr>
          <p:cNvSpPr/>
          <p:nvPr/>
        </p:nvSpPr>
        <p:spPr>
          <a:xfrm>
            <a:off x="7900416" y="3593592"/>
            <a:ext cx="2194560" cy="9418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Email text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5365039-BE85-F03B-F0B1-04C263D559D7}"/>
              </a:ext>
            </a:extLst>
          </p:cNvPr>
          <p:cNvCxnSpPr>
            <a:stCxn id="4" idx="2"/>
            <a:endCxn id="7" idx="0"/>
          </p:cNvCxnSpPr>
          <p:nvPr/>
        </p:nvCxnSpPr>
        <p:spPr>
          <a:xfrm>
            <a:off x="8997696" y="2002536"/>
            <a:ext cx="0" cy="1591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C134EB65-79C8-620C-1412-D0B023926275}"/>
              </a:ext>
            </a:extLst>
          </p:cNvPr>
          <p:cNvSpPr/>
          <p:nvPr/>
        </p:nvSpPr>
        <p:spPr>
          <a:xfrm>
            <a:off x="4306824" y="3593592"/>
            <a:ext cx="1984248" cy="9418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Text we want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3A3242-D3A6-8A6B-1283-05893CB58663}"/>
              </a:ext>
            </a:extLst>
          </p:cNvPr>
          <p:cNvCxnSpPr>
            <a:stCxn id="7" idx="1"/>
            <a:endCxn id="14" idx="3"/>
          </p:cNvCxnSpPr>
          <p:nvPr/>
        </p:nvCxnSpPr>
        <p:spPr>
          <a:xfrm flipH="1">
            <a:off x="6291072" y="4064508"/>
            <a:ext cx="1609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6F5F1E8-6EFE-3392-CBDE-A8BC907D34D6}"/>
              </a:ext>
            </a:extLst>
          </p:cNvPr>
          <p:cNvSpPr/>
          <p:nvPr/>
        </p:nvSpPr>
        <p:spPr>
          <a:xfrm>
            <a:off x="576072" y="3593592"/>
            <a:ext cx="2084832" cy="9418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Highlight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818EF1D-D6CE-3845-319E-C1E7C31FDA63}"/>
              </a:ext>
            </a:extLst>
          </p:cNvPr>
          <p:cNvCxnSpPr>
            <a:stCxn id="14" idx="1"/>
            <a:endCxn id="17" idx="3"/>
          </p:cNvCxnSpPr>
          <p:nvPr/>
        </p:nvCxnSpPr>
        <p:spPr>
          <a:xfrm flipH="1">
            <a:off x="2660904" y="4064508"/>
            <a:ext cx="16459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D699248-9CFD-F064-BF65-9BEB5CF49D1C}"/>
              </a:ext>
            </a:extLst>
          </p:cNvPr>
          <p:cNvSpPr txBox="1"/>
          <p:nvPr/>
        </p:nvSpPr>
        <p:spPr>
          <a:xfrm>
            <a:off x="10259568" y="1271016"/>
            <a:ext cx="1243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Span is the html that contains email text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8C56D-6F30-104C-0AC2-1A3CC42CF1C3}"/>
              </a:ext>
            </a:extLst>
          </p:cNvPr>
          <p:cNvSpPr/>
          <p:nvPr/>
        </p:nvSpPr>
        <p:spPr>
          <a:xfrm>
            <a:off x="786384" y="1313610"/>
            <a:ext cx="1664208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HREF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35AC271-605F-EE13-41CF-90CE2251AA4D}"/>
              </a:ext>
            </a:extLst>
          </p:cNvPr>
          <p:cNvCxnSpPr>
            <a:stCxn id="3" idx="1"/>
            <a:endCxn id="27" idx="3"/>
          </p:cNvCxnSpPr>
          <p:nvPr/>
        </p:nvCxnSpPr>
        <p:spPr>
          <a:xfrm flipH="1">
            <a:off x="2450592" y="1636776"/>
            <a:ext cx="16459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5148B76-9562-B2A0-BC13-BDAEDF4189B1}"/>
              </a:ext>
            </a:extLst>
          </p:cNvPr>
          <p:cNvCxnSpPr>
            <a:cxnSpLocks/>
            <a:stCxn id="27" idx="2"/>
            <a:endCxn id="17" idx="0"/>
          </p:cNvCxnSpPr>
          <p:nvPr/>
        </p:nvCxnSpPr>
        <p:spPr>
          <a:xfrm>
            <a:off x="1618488" y="1959941"/>
            <a:ext cx="0" cy="16336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510B607-9170-BA74-C912-F3E760208681}"/>
              </a:ext>
            </a:extLst>
          </p:cNvPr>
          <p:cNvSpPr txBox="1"/>
          <p:nvPr/>
        </p:nvSpPr>
        <p:spPr>
          <a:xfrm>
            <a:off x="1298448" y="960120"/>
            <a:ext cx="11521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err="1"/>
              <a:t>HyperLink</a:t>
            </a:r>
            <a:endParaRPr lang="en-GB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8CDCA3-B7E9-2AE9-2B35-586EC4C56BA6}"/>
              </a:ext>
            </a:extLst>
          </p:cNvPr>
          <p:cNvSpPr txBox="1"/>
          <p:nvPr/>
        </p:nvSpPr>
        <p:spPr>
          <a:xfrm>
            <a:off x="6461760" y="3698749"/>
            <a:ext cx="1356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Isolate the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CFE7CE-37E7-2A49-EA84-DE6EF7E3C7FF}"/>
              </a:ext>
            </a:extLst>
          </p:cNvPr>
          <p:cNvSpPr txBox="1"/>
          <p:nvPr/>
        </p:nvSpPr>
        <p:spPr>
          <a:xfrm>
            <a:off x="2990088" y="3591027"/>
            <a:ext cx="1243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Modify its html/</a:t>
            </a:r>
            <a:r>
              <a:rPr lang="en-GB" sz="1400" dirty="0" err="1"/>
              <a:t>css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827761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139</Words>
  <Application>Microsoft Office PowerPoint</Application>
  <PresentationFormat>Widescreen</PresentationFormat>
  <Paragraphs>45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Nikodem Drabik</dc:creator>
  <cp:lastModifiedBy>(s) Nikodem Drabik</cp:lastModifiedBy>
  <cp:revision>6</cp:revision>
  <dcterms:created xsi:type="dcterms:W3CDTF">2025-11-07T18:24:16Z</dcterms:created>
  <dcterms:modified xsi:type="dcterms:W3CDTF">2025-11-19T16:47:50Z</dcterms:modified>
</cp:coreProperties>
</file>